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2518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Employee Hierarchy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4171" y="3520479"/>
            <a:ext cx="8791575" cy="1054770"/>
          </a:xfrm>
        </p:spPr>
        <p:txBody>
          <a:bodyPr>
            <a:normAutofit fontScale="25000" lnSpcReduction="20000"/>
          </a:bodyPr>
          <a:lstStyle/>
          <a:p>
            <a:r>
              <a:rPr lang="en-US" sz="74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Mahesh Kumar Reddy </a:t>
            </a:r>
            <a:r>
              <a:rPr lang="en-US" sz="7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</a:p>
          <a:p>
            <a:r>
              <a:rPr lang="en-US" sz="7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74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outham</a:t>
            </a:r>
            <a:r>
              <a:rPr lang="en-US" sz="7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</a:t>
            </a:r>
          </a:p>
          <a:p>
            <a:endParaRPr lang="en-US" sz="7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7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Tech – Computer Science &amp; Engineering</a:t>
            </a:r>
          </a:p>
          <a:p>
            <a:endParaRPr lang="en-US" sz="7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7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Sai university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08563-087C-7305-973D-5617D88301E8}"/>
              </a:ext>
            </a:extLst>
          </p:cNvPr>
          <p:cNvSpPr txBox="1"/>
          <p:nvPr/>
        </p:nvSpPr>
        <p:spPr>
          <a:xfrm>
            <a:off x="3240505" y="2654968"/>
            <a:ext cx="6015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Using Tree Data Structure in C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6F57BE-E9BD-29F1-83A4-DFE3C1D2A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Organizations follow a hierarchical employee structure</a:t>
            </a:r>
          </a:p>
          <a:p>
            <a:pPr marL="0" indent="0">
              <a:buNone/>
            </a:pPr>
            <a:r>
              <a:rPr lang="en-US" dirty="0"/>
              <a:t>• Managing employee relationships manually is difficult</a:t>
            </a:r>
          </a:p>
          <a:p>
            <a:pPr marL="0" indent="0">
              <a:buNone/>
            </a:pPr>
            <a:r>
              <a:rPr lang="en-US" dirty="0"/>
              <a:t>• Need an efficient system to store and manage hierarchy</a:t>
            </a:r>
          </a:p>
          <a:p>
            <a:pPr marL="0" indent="0">
              <a:buNone/>
            </a:pPr>
            <a:r>
              <a:rPr lang="en-US" dirty="0"/>
              <a:t>• Perform Create, Read, Update, and Delete operations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Real-World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Corporate organization charts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management systems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staff hierarchy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 administrative structures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Data Structure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5A2469-E934-B8E1-F19F-81E1F74F2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Tree</a:t>
            </a:r>
          </a:p>
          <a:p>
            <a:r>
              <a:rPr lang="en-US" dirty="0"/>
              <a:t>Implemented using Child–Sibling Representation</a:t>
            </a:r>
          </a:p>
          <a:p>
            <a:r>
              <a:rPr lang="en-US" dirty="0"/>
              <a:t>Each employee can have multiple subordinates</a:t>
            </a:r>
          </a:p>
          <a:p>
            <a:r>
              <a:rPr lang="en-US" dirty="0"/>
              <a:t>Efficient and flexible hierarchy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5999" y="2225423"/>
            <a:ext cx="9245854" cy="354171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Employee Node Contains: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ID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Pointer to first child (subordinate)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Pointer to next sibling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CRUD Operations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– Add a new employee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 – Display employee hierarchy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 – Modify employee details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– Remove employee and subordinates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– Find employee by ID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Algorithm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Depth First Search (DFS) traversal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Recursive approach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Menu-driven execution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Programming Language: C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Concepts Used: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- Structures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- Pointers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- Dynamic Memory (malloc, free)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- Recursion</a:t>
            </a:r>
          </a:p>
          <a:p>
            <a:pPr marL="0" lv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- Modular programming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FD8A-DE1F-6281-FE10-0024C7F1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14" y="569495"/>
            <a:ext cx="9905955" cy="1491915"/>
          </a:xfrm>
        </p:spPr>
        <p:txBody>
          <a:bodyPr/>
          <a:lstStyle/>
          <a:p>
            <a:r>
              <a:rPr lang="en-IN" dirty="0"/>
              <a:t>Sample Output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FC759-3503-162F-C4B5-95A408E70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8715" y="1772654"/>
            <a:ext cx="9904459" cy="3697704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sz="2000" dirty="0"/>
              <a:t> ID:1 | Mahesh   | CEO</a:t>
            </a:r>
          </a:p>
          <a:p>
            <a:r>
              <a:rPr lang="en-IN" sz="2000" dirty="0"/>
              <a:t> ├── ID:2 | Gowtham   | Manager</a:t>
            </a:r>
          </a:p>
          <a:p>
            <a:r>
              <a:rPr lang="en-IN" sz="2000" dirty="0"/>
              <a:t> │    ├── ID:4 | Venky | Developer</a:t>
            </a:r>
          </a:p>
          <a:p>
            <a:r>
              <a:rPr lang="en-IN" sz="2000" dirty="0"/>
              <a:t> │    └── ID:5 | Varun    | Tester</a:t>
            </a:r>
          </a:p>
          <a:p>
            <a:r>
              <a:rPr lang="en-IN" sz="2000" dirty="0"/>
              <a:t> └── ID:3 | Santhosh | HR</a:t>
            </a:r>
          </a:p>
        </p:txBody>
      </p:sp>
    </p:spTree>
    <p:extLst>
      <p:ext uri="{BB962C8B-B14F-4D97-AF65-F5344CB8AC3E}">
        <p14:creationId xmlns:p14="http://schemas.microsoft.com/office/powerpoint/2010/main" val="196294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A85F-5B8D-2549-1799-461DAD2D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1155031"/>
            <a:ext cx="9905955" cy="810126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6B941-47D4-048A-F63C-4155D1740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770" y="2743200"/>
            <a:ext cx="9904459" cy="2189747"/>
          </a:xfrm>
        </p:spPr>
        <p:txBody>
          <a:bodyPr>
            <a:noAutofit/>
          </a:bodyPr>
          <a:lstStyle/>
          <a:p>
            <a:r>
              <a:rPr lang="en-US" sz="2400" dirty="0"/>
              <a:t>• Successfully implemented employee hierarchy system</a:t>
            </a:r>
          </a:p>
          <a:p>
            <a:r>
              <a:rPr lang="en-US" sz="2400" dirty="0"/>
              <a:t>• Tree data structure used effectively</a:t>
            </a:r>
          </a:p>
          <a:p>
            <a:r>
              <a:rPr lang="en-US" sz="2400" dirty="0"/>
              <a:t>• All CRUD operations implemented</a:t>
            </a:r>
          </a:p>
          <a:p>
            <a:r>
              <a:rPr lang="en-US" sz="2400" dirty="0"/>
              <a:t>• Project demonstrates real-world application of data structures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653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BA67-52D0-76FD-9586-9B62B7DA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29" y="2406317"/>
            <a:ext cx="9905955" cy="1684421"/>
          </a:xfrm>
        </p:spPr>
        <p:txBody>
          <a:bodyPr>
            <a:normAutofit/>
          </a:bodyPr>
          <a:lstStyle/>
          <a:p>
            <a:pPr algn="ctr"/>
            <a:r>
              <a:rPr lang="en-IN" sz="4900" dirty="0"/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43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84</TotalTime>
  <Words>277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Rockwell</vt:lpstr>
      <vt:lpstr>Tahoma</vt:lpstr>
      <vt:lpstr>Tw Cen MT</vt:lpstr>
      <vt:lpstr>Circuit</vt:lpstr>
      <vt:lpstr>Employee Hierarchy Management System</vt:lpstr>
      <vt:lpstr>Problem Statement</vt:lpstr>
      <vt:lpstr>Real-World Application</vt:lpstr>
      <vt:lpstr>Data Structure Used</vt:lpstr>
      <vt:lpstr>System Design</vt:lpstr>
      <vt:lpstr>CRUD Operations Implemented</vt:lpstr>
      <vt:lpstr>Algorithm Explanation</vt:lpstr>
      <vt:lpstr>Implementation Details</vt:lpstr>
      <vt:lpstr>Sample Output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mmkr.02.maddala@outlook.com</dc:creator>
  <cp:lastModifiedBy>mmkr.02.maddala@outlook.com</cp:lastModifiedBy>
  <cp:revision>3</cp:revision>
  <dcterms:created xsi:type="dcterms:W3CDTF">2026-03-20T15:55:05Z</dcterms:created>
  <dcterms:modified xsi:type="dcterms:W3CDTF">2026-03-31T17:28:14Z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